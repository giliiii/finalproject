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42B793-61D8-42D1-9484-9AC19C663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71137FF-C809-4C62-BDA1-1ABCC2CEC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8D41376-8D4F-4B3C-AFBA-1E4F3AC49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921CD3C-412F-4FDF-BC78-8F350562A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1974FCE-421B-40F5-8056-B589BE05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521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2D968D-0A7E-4160-B358-8929A10D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E23FF97-7670-4730-BD11-FA451CC7F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BD6D7D1-48CF-4474-B43A-8A29631C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E8201A-51A0-4B4E-98A9-32933DB2D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E9AC830-81C3-4572-82C5-6DC5291B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0401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A00BDB-A86E-4882-B1D7-5421B148D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860B319-60E7-4D39-9C45-72253B111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DCC1D7-C04E-4376-97BB-2D04E472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E858F97-0D60-49DB-A1F6-94C0FAEC4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ED675F6-F7A9-47C6-A876-DF549BDE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817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5E0F1C-5D07-467B-AB90-5451C52CE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68BDFAA-02E1-4E67-BC77-2BC5E3120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1E999DC-BE66-431A-9834-82E542004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6D65D0E-014D-4F5A-9DEA-0A9950AF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C580091-306A-497F-80EC-A7FF6D34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A7DBE92-5E39-4F63-A550-8F909829E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261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446563-EA3C-40F6-BACA-8E35462FC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BFC3B66-59D4-4DEB-B661-1B77DB928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126737F-336F-4F31-9EF1-7E68D5C53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5CD1F7F-92B2-4C41-A2C7-D6E79587D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A9384EC-0C48-4786-B928-F15813316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74E876D-BFB9-4F9F-A68C-6FE55125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E5BB366-987E-429F-987A-28553D038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ED86BF6-A2E9-4360-A8C4-7B991C51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6687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E8A882-0460-4F19-835E-08872705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8BFB0EE-5C14-4D66-B330-CCB09827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11A6827-5E8C-4F5D-9367-D2C2AB02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9B8B345-0788-42D5-A326-D6585D50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4679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8DB91ED-58B7-4558-94E3-CD6B43F55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BBE1907-F1D5-4E8F-B2D3-099E1E46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86ECBD1-2DB7-41D6-B209-858B9298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507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E19983-BE29-452A-A76A-D2EC26A01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B1855B8-F7A4-4FC1-87F7-C0E4555F8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570FF95-6382-4D9D-87A7-55AD601EA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6BA434D-66C9-4A10-9CA7-8B510549D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50848EF-9F4F-4514-A41C-5E282FC4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90F815C-B506-4C87-B566-EE97ABD9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1737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DEC84F-5BEB-4E3C-A693-DA634C7B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9F8A08C7-12B8-4F5C-8121-AC47AF3775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AD7925F-89CA-49A0-BF96-0F82B10D7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CF4A109-80AB-4AA1-880F-D4CECEAB6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1A360BA-434D-421E-BFBD-962856180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27BAB28-52AB-463D-8E18-6A58E4C98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313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5E6827F-FD7F-4DD8-BE9C-AB2930EF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5E77681-77E9-468B-8175-DEDCC183A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C2D71B4-0B44-497B-BD21-F53FDD83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3DB1FB5-2604-454F-9A4B-5427F882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15B5DE8-FA63-4A2A-9C0B-D1F0C493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701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49BA6F02-B6E3-4907-A95F-35DD383D0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61ABB25-8438-4A8A-BB2D-492AEFC81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202FD00-93BE-411C-90B5-7A08B54E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82CE4A9-B166-4C09-B47A-03D5076C9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38692AB-34E4-4D87-9FC3-03EB4369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955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B72FF02-BAD7-4EA2-AED1-8D495757A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C9E02BC-4B32-429D-82E4-94D541232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90154CB-412E-425E-AA40-689B70B3E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FA42A-C44C-4693-A6DC-EAF282B90AC0}" type="datetimeFigureOut">
              <a:rPr lang="he-IL" smtClean="0"/>
              <a:t>י"ח/שבט/תשפ"ו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E26C6B9-DCF4-41CD-AF82-DB31C5385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A0FE6E-59FA-4D61-BFD1-792A52A31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89968-F890-4E9B-9944-20F6AAA5EF4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8831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1E36924-0632-43CA-A8ED-02D63FF4B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72066"/>
            <a:ext cx="9144000" cy="982133"/>
          </a:xfrm>
        </p:spPr>
        <p:txBody>
          <a:bodyPr>
            <a:normAutofit fontScale="90000"/>
          </a:bodyPr>
          <a:lstStyle/>
          <a:p>
            <a:r>
              <a:rPr lang="he-IL" dirty="0"/>
              <a:t>משתמש הנהלה:</a:t>
            </a:r>
            <a:br>
              <a:rPr lang="he-IL" dirty="0"/>
            </a:br>
            <a:r>
              <a:rPr lang="he-IL" dirty="0"/>
              <a:t>כניסה למערכת בתור מנהל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74F71B3-0426-4FBE-8853-E2D4671D9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63133"/>
            <a:ext cx="9144000" cy="5173134"/>
          </a:xfrm>
        </p:spPr>
        <p:txBody>
          <a:bodyPr/>
          <a:lstStyle/>
          <a:p>
            <a:endParaRPr lang="he-IL" dirty="0"/>
          </a:p>
          <a:p>
            <a:endParaRPr lang="he-IL" dirty="0"/>
          </a:p>
          <a:p>
            <a:r>
              <a:rPr lang="he-IL" dirty="0"/>
              <a:t>הכנסת שם משתמש</a:t>
            </a:r>
          </a:p>
          <a:p>
            <a:endParaRPr lang="he-IL" dirty="0"/>
          </a:p>
          <a:p>
            <a:r>
              <a:rPr lang="he-IL" dirty="0"/>
              <a:t>הכנסת סיסמא</a:t>
            </a:r>
          </a:p>
          <a:p>
            <a:endParaRPr lang="he-IL" dirty="0"/>
          </a:p>
          <a:p>
            <a:r>
              <a:rPr lang="he-IL" dirty="0"/>
              <a:t>כפתור לכניסה-יעביר לדף הבית של המנהל</a:t>
            </a:r>
          </a:p>
        </p:txBody>
      </p:sp>
    </p:spTree>
    <p:extLst>
      <p:ext uri="{BB962C8B-B14F-4D97-AF65-F5344CB8AC3E}">
        <p14:creationId xmlns:p14="http://schemas.microsoft.com/office/powerpoint/2010/main" val="1357167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8952EC-4BBF-41FE-9466-D7B5F76A8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                        דף הבית של המנהל: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200A5AF-E5FF-4C50-97D5-73F40FC63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האפשרויות:</a:t>
            </a:r>
          </a:p>
          <a:p>
            <a:r>
              <a:rPr lang="he-IL" dirty="0"/>
              <a:t>מעבר לניהול תורמים</a:t>
            </a:r>
          </a:p>
          <a:p>
            <a:r>
              <a:rPr lang="he-IL" dirty="0"/>
              <a:t>מעבר לניהול מתנות</a:t>
            </a:r>
          </a:p>
          <a:p>
            <a:r>
              <a:rPr lang="he-IL" dirty="0"/>
              <a:t>מעבר לניהול רכישות</a:t>
            </a:r>
          </a:p>
          <a:p>
            <a:r>
              <a:rPr lang="he-IL" dirty="0"/>
              <a:t>מעבר להגרלה בפועל</a:t>
            </a:r>
          </a:p>
        </p:txBody>
      </p:sp>
    </p:spTree>
    <p:extLst>
      <p:ext uri="{BB962C8B-B14F-4D97-AF65-F5344CB8AC3E}">
        <p14:creationId xmlns:p14="http://schemas.microsoft.com/office/powerpoint/2010/main" val="480702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C14246-C071-45E1-A44B-A1F621C2B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                 ניהול תורמים-מנהל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F32C320-3178-4F83-B886-9BC815296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(מייד בכניסה לדף מוצגת רשימת התורמים)</a:t>
            </a:r>
          </a:p>
          <a:p>
            <a:pPr marL="0" indent="0">
              <a:buNone/>
            </a:pPr>
            <a:r>
              <a:rPr lang="he-IL" dirty="0"/>
              <a:t>כפתור סינון עפ"י שם/מייל/מתנה                                       הוספת תורם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לכל תורם: כפתור המאפשר עדכון-              כפתור המאפשר מחיקת תורם</a:t>
            </a:r>
          </a:p>
          <a:p>
            <a:pPr marL="0" indent="0">
              <a:buNone/>
            </a:pPr>
            <a:r>
              <a:rPr lang="he-IL" dirty="0"/>
              <a:t>          ( </a:t>
            </a:r>
            <a:r>
              <a:rPr lang="he-IL" dirty="0" err="1"/>
              <a:t>קומפוננטה</a:t>
            </a:r>
            <a:r>
              <a:rPr lang="he-IL" dirty="0"/>
              <a:t> נפתחת עם פרטי התורם</a:t>
            </a:r>
          </a:p>
          <a:p>
            <a:pPr marL="0" indent="0">
              <a:buNone/>
            </a:pPr>
            <a:r>
              <a:rPr lang="he-IL" dirty="0"/>
              <a:t>           וכפתור לאישור העדכון)</a:t>
            </a:r>
          </a:p>
          <a:p>
            <a:pPr marL="0" indent="0">
              <a:buNone/>
            </a:pPr>
            <a:r>
              <a:rPr lang="he-IL" dirty="0"/>
              <a:t>                       כפתור המאפשר צפיה בכל המתנות של התורם</a:t>
            </a:r>
          </a:p>
        </p:txBody>
      </p:sp>
    </p:spTree>
    <p:extLst>
      <p:ext uri="{BB962C8B-B14F-4D97-AF65-F5344CB8AC3E}">
        <p14:creationId xmlns:p14="http://schemas.microsoft.com/office/powerpoint/2010/main" val="310805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9428A7-10FD-4C3D-8C77-6F8B1F9F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                 ניהול מתנות- מנהל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61CD8F5-713D-409F-BBA7-D556CB0FD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74680" cy="4351338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(מייד בכניסה לדף מוצגת רשימת המתנות)</a:t>
            </a:r>
          </a:p>
          <a:p>
            <a:pPr marL="0" indent="0">
              <a:buNone/>
            </a:pPr>
            <a:r>
              <a:rPr lang="he-IL" dirty="0"/>
              <a:t>כפתור חיפוש עפ"י שם/תורם/מס רוכשים                              הוספת מתנה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לכל מתנה: כפתור המאפשר עדכון-              כפתור המאפשר מחיקת מתנה</a:t>
            </a:r>
          </a:p>
          <a:p>
            <a:pPr marL="0" indent="0">
              <a:buNone/>
            </a:pPr>
            <a:r>
              <a:rPr lang="he-IL" dirty="0"/>
              <a:t>          ( </a:t>
            </a:r>
            <a:r>
              <a:rPr lang="he-IL" dirty="0" err="1"/>
              <a:t>קומפוננטה</a:t>
            </a:r>
            <a:r>
              <a:rPr lang="he-IL" dirty="0"/>
              <a:t> נפתחת עם פרטי המתנה</a:t>
            </a:r>
          </a:p>
          <a:p>
            <a:pPr marL="0" indent="0">
              <a:buNone/>
            </a:pPr>
            <a:r>
              <a:rPr lang="he-IL" dirty="0"/>
              <a:t>           וכפתור לאישור העדכון)</a:t>
            </a:r>
          </a:p>
          <a:p>
            <a:pPr marL="0" indent="0">
              <a:buNone/>
            </a:pPr>
            <a:r>
              <a:rPr lang="he-IL" dirty="0"/>
              <a:t>                 שם תורם     שם קטגוריה       מחיר כרטיס      הוספת תמונה         </a:t>
            </a:r>
          </a:p>
        </p:txBody>
      </p:sp>
    </p:spTree>
    <p:extLst>
      <p:ext uri="{BB962C8B-B14F-4D97-AF65-F5344CB8AC3E}">
        <p14:creationId xmlns:p14="http://schemas.microsoft.com/office/powerpoint/2010/main" val="625108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852C67E-CE47-4866-825C-D47B3FFB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834" y="338999"/>
            <a:ext cx="10515600" cy="1325563"/>
          </a:xfrm>
        </p:spPr>
        <p:txBody>
          <a:bodyPr/>
          <a:lstStyle/>
          <a:p>
            <a:r>
              <a:rPr lang="he-IL" dirty="0"/>
              <a:t>              ניהול רכישות -מנהל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6D8DFB0-0C8C-4856-B75E-81F1F194E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28" y="1332411"/>
            <a:ext cx="10515600" cy="5033011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(מייד בכניסה לדף מוצגת רשימת רכישות)</a:t>
            </a:r>
          </a:p>
          <a:p>
            <a:pPr marL="0" indent="0">
              <a:buNone/>
            </a:pPr>
            <a:r>
              <a:rPr lang="he-IL" dirty="0"/>
              <a:t>כפתור מיון עפ"י המתנה היקרה/נרכשת ביותר</a:t>
            </a:r>
          </a:p>
          <a:p>
            <a:pPr marL="0" indent="0">
              <a:buNone/>
            </a:pPr>
            <a:r>
              <a:rPr lang="he-IL" dirty="0"/>
              <a:t>לכל רכישה</a:t>
            </a:r>
            <a:r>
              <a:rPr lang="he-IL"/>
              <a:t>: לכל </a:t>
            </a:r>
            <a:r>
              <a:rPr lang="he-IL" dirty="0"/>
              <a:t>כרטיס יש כפתור המאפשר  לצפות בפרטי הקונה </a:t>
            </a:r>
          </a:p>
        </p:txBody>
      </p:sp>
    </p:spTree>
    <p:extLst>
      <p:ext uri="{BB962C8B-B14F-4D97-AF65-F5344CB8AC3E}">
        <p14:creationId xmlns:p14="http://schemas.microsoft.com/office/powerpoint/2010/main" val="409391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AC7E84-5C08-4E94-8286-0D7567FC6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                 הגרלה בפועל- מנהל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62ED96A-5C9D-4879-9949-E5D018460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(מייד בכניסה לדף מוצגת רשימת המתנות)</a:t>
            </a:r>
          </a:p>
          <a:p>
            <a:pPr marL="0" indent="0">
              <a:buNone/>
            </a:pPr>
            <a:r>
              <a:rPr lang="he-IL" dirty="0"/>
              <a:t>לכל מתנה:    אם לא בוצעה הגרלה:</a:t>
            </a:r>
          </a:p>
          <a:p>
            <a:pPr marL="0" indent="0">
              <a:buNone/>
            </a:pPr>
            <a:r>
              <a:rPr lang="he-IL" dirty="0"/>
              <a:t>		כפתור לביצוע ההגרלה (יכניס את הזוכה לטבלת הזוכים ואת           סך ההכנסות מהגרלה זו לטבלת סך ההכנסות למכירה)</a:t>
            </a:r>
          </a:p>
          <a:p>
            <a:pPr marL="0" indent="0">
              <a:buNone/>
            </a:pPr>
            <a:r>
              <a:rPr lang="he-IL" dirty="0"/>
              <a:t>                   אם בוצעה הגרלה:</a:t>
            </a:r>
          </a:p>
          <a:p>
            <a:pPr marL="0" indent="0">
              <a:buNone/>
            </a:pPr>
            <a:r>
              <a:rPr lang="he-IL" dirty="0"/>
              <a:t>                    כפתור המאפשר צפייה בפרטי הזוכה</a:t>
            </a:r>
          </a:p>
          <a:p>
            <a:pPr marL="0" indent="0">
              <a:buNone/>
            </a:pPr>
            <a:r>
              <a:rPr lang="he-IL" dirty="0"/>
              <a:t>                   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77345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FD808AE-9CC2-4683-A72E-C80D4B95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משתמש לקוח- מסך כניסה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1FF32B0-A784-4A63-8A7A-9F889066B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אפשרות לעבור לרישום</a:t>
            </a:r>
          </a:p>
          <a:p>
            <a:endParaRPr lang="he-IL" dirty="0"/>
          </a:p>
          <a:p>
            <a:r>
              <a:rPr lang="he-IL" dirty="0"/>
              <a:t>הכנסת שם משתמש</a:t>
            </a:r>
          </a:p>
          <a:p>
            <a:r>
              <a:rPr lang="he-IL" dirty="0"/>
              <a:t>הכנסת סיסמא</a:t>
            </a:r>
          </a:p>
          <a:p>
            <a:r>
              <a:rPr lang="he-IL" dirty="0"/>
              <a:t>אם הנתונים טובים- מעבר לרשימת המתנות</a:t>
            </a:r>
          </a:p>
          <a:p>
            <a:r>
              <a:rPr lang="he-IL" dirty="0"/>
              <a:t>אם לא- הודעת שגיאה וטיפול בהתאם</a:t>
            </a:r>
          </a:p>
        </p:txBody>
      </p:sp>
    </p:spTree>
    <p:extLst>
      <p:ext uri="{BB962C8B-B14F-4D97-AF65-F5344CB8AC3E}">
        <p14:creationId xmlns:p14="http://schemas.microsoft.com/office/powerpoint/2010/main" val="3922874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EBFF31F-772F-478F-97F4-A39F233A3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משתמש לקוח- רישום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04ADCE3-BDF3-482A-8F17-995B23797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000" dirty="0"/>
              <a:t>אפשרות מעבר לדף הכניסה</a:t>
            </a:r>
          </a:p>
          <a:p>
            <a:endParaRPr lang="he-IL" sz="2000" dirty="0"/>
          </a:p>
          <a:p>
            <a:r>
              <a:rPr lang="he-IL" sz="2000" dirty="0"/>
              <a:t>הכנסת שם מלא</a:t>
            </a:r>
          </a:p>
          <a:p>
            <a:r>
              <a:rPr lang="he-IL" sz="2000" dirty="0"/>
              <a:t>הכנסת סיסמא</a:t>
            </a:r>
          </a:p>
          <a:p>
            <a:r>
              <a:rPr lang="he-IL" sz="2000" dirty="0"/>
              <a:t>הכנסת שם משתמש(מייל)- ייחודי</a:t>
            </a:r>
          </a:p>
          <a:p>
            <a:r>
              <a:rPr lang="he-IL" sz="2000" dirty="0"/>
              <a:t>הכנסת פלאפון</a:t>
            </a:r>
          </a:p>
          <a:p>
            <a:r>
              <a:rPr lang="he-IL" sz="2000" dirty="0"/>
              <a:t>הכנסת כתובת</a:t>
            </a:r>
          </a:p>
          <a:p>
            <a:endParaRPr lang="he-IL" sz="2000" dirty="0"/>
          </a:p>
          <a:p>
            <a:r>
              <a:rPr lang="he-IL" sz="2000" dirty="0"/>
              <a:t>אם המייל אינו ייחודי- הודעת שגיאה</a:t>
            </a:r>
          </a:p>
          <a:p>
            <a:r>
              <a:rPr lang="he-IL" sz="2000" dirty="0"/>
              <a:t>אחרת- מעבר למסך הכניסה</a:t>
            </a:r>
          </a:p>
          <a:p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219028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8D49B67-BD35-41F0-962C-EA81013F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לקוח- צפייה ברשימת המתנות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E684439-9561-4D52-AAE0-F8E506577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e-IL" dirty="0"/>
              <a:t>מיון לפי מחיר-תפתח תיבה                    מעבר לסל הקניות        </a:t>
            </a:r>
          </a:p>
          <a:p>
            <a:pPr marL="0" indent="0">
              <a:buNone/>
            </a:pPr>
            <a:r>
              <a:rPr lang="he-IL" dirty="0"/>
              <a:t>	של בחירת מחיר התחלתי               רשימת המתנות עם אפשרות</a:t>
            </a:r>
          </a:p>
          <a:p>
            <a:pPr marL="0" indent="0">
              <a:buNone/>
            </a:pPr>
            <a:r>
              <a:rPr lang="he-IL" dirty="0"/>
              <a:t> 	ומחיר סופי                                  להוסיף לסל אם עדיין לא בוצעה הגרלה</a:t>
            </a:r>
          </a:p>
          <a:p>
            <a:pPr marL="0" indent="0">
              <a:buNone/>
            </a:pPr>
            <a:r>
              <a:rPr lang="he-IL" dirty="0"/>
              <a:t>מיון לפי קטגוריות-                                 אם בוצעה הגרלה – יראו מי הזוכה</a:t>
            </a:r>
          </a:p>
          <a:p>
            <a:pPr marL="0" indent="0">
              <a:buNone/>
            </a:pPr>
            <a:r>
              <a:rPr lang="he-IL" dirty="0"/>
              <a:t>	תפתח רשימת הקטגוריות </a:t>
            </a:r>
          </a:p>
          <a:p>
            <a:pPr marL="0" indent="0">
              <a:buNone/>
            </a:pPr>
            <a:r>
              <a:rPr lang="he-IL" dirty="0"/>
              <a:t>	</a:t>
            </a:r>
          </a:p>
          <a:p>
            <a:pPr marL="0" indent="0">
              <a:buNone/>
            </a:pPr>
            <a:r>
              <a:rPr lang="he-IL" dirty="0"/>
              <a:t>	</a:t>
            </a:r>
          </a:p>
          <a:p>
            <a:pPr lvl="2"/>
            <a:endParaRPr lang="he-IL" dirty="0"/>
          </a:p>
          <a:p>
            <a:pPr marL="0" indent="0">
              <a:buNone/>
            </a:pPr>
            <a:r>
              <a:rPr lang="he-IL" dirty="0"/>
              <a:t> 	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08137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EC42DF-8F26-43F8-882D-938305E7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לקוח- סל הקניות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70D0462-2636-4485-AED9-32E1F5B7D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צפייה במתנות שנוספו לסל</a:t>
            </a:r>
          </a:p>
          <a:p>
            <a:r>
              <a:rPr lang="he-IL" dirty="0"/>
              <a:t>אפשרות מחיקה לכל כרטיס</a:t>
            </a:r>
          </a:p>
          <a:p>
            <a:r>
              <a:rPr lang="he-IL" dirty="0"/>
              <a:t>ניקוי הסל</a:t>
            </a:r>
          </a:p>
          <a:p>
            <a:r>
              <a:rPr lang="he-IL" dirty="0"/>
              <a:t>אישור קנייה</a:t>
            </a:r>
          </a:p>
          <a:p>
            <a:r>
              <a:rPr lang="he-IL" dirty="0"/>
              <a:t>מעבר לדף המתנות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6058416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353</Words>
  <Application>Microsoft Office PowerPoint</Application>
  <PresentationFormat>מסך רחב</PresentationFormat>
  <Paragraphs>77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ערכת נושא Office</vt:lpstr>
      <vt:lpstr>משתמש הנהלה: כניסה למערכת בתור מנהל</vt:lpstr>
      <vt:lpstr>                         דף הבית של המנהל:</vt:lpstr>
      <vt:lpstr>                  ניהול תורמים-מנהל</vt:lpstr>
      <vt:lpstr>                  ניהול מתנות- מנהל</vt:lpstr>
      <vt:lpstr>              ניהול רכישות -מנהל</vt:lpstr>
      <vt:lpstr>                  הגרלה בפועל- מנהל</vt:lpstr>
      <vt:lpstr>משתמש לקוח- מסך כניסה</vt:lpstr>
      <vt:lpstr>משתמש לקוח- רישום</vt:lpstr>
      <vt:lpstr>לקוח- צפייה ברשימת המתנות</vt:lpstr>
      <vt:lpstr>לקוח- סל הקניות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משתמש הנהלה: כניסה למערכת בתור מנהל</dc:title>
  <dc:creator>גילה רוזמן</dc:creator>
  <cp:lastModifiedBy>גילה רוזמן</cp:lastModifiedBy>
  <cp:revision>10</cp:revision>
  <dcterms:created xsi:type="dcterms:W3CDTF">2025-12-10T12:41:51Z</dcterms:created>
  <dcterms:modified xsi:type="dcterms:W3CDTF">2026-02-05T10:27:29Z</dcterms:modified>
</cp:coreProperties>
</file>